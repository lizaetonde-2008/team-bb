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56" r:id="rId2"/>
    <p:sldId id="263" r:id="rId3"/>
    <p:sldId id="258" r:id="rId4"/>
    <p:sldId id="259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6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475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75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475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75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75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75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75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75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75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75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75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mc:AlternateContent xmlns:mc="http://schemas.openxmlformats.org/markup-compatibility/2006" xmlns:p14="http://schemas.microsoft.com/office/powerpoint/2010/main">
    <mc:Choice Requires="p14">
      <p:transition spd="slow" p14:dur="4750"/>
    </mc:Choice>
    <mc:Fallback xmlns="">
      <p:transition spd="slow"/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281954"/>
          </a:xfrm>
        </p:spPr>
        <p:txBody>
          <a:bodyPr/>
          <a:lstStyle/>
          <a:p>
            <a:r>
              <a:rPr lang="en-US" dirty="0" smtClean="0"/>
              <a:t>WELCOME TO  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068417"/>
            <a:ext cx="9070848" cy="1298713"/>
          </a:xfrm>
        </p:spPr>
        <p:txBody>
          <a:bodyPr>
            <a:noAutofit/>
          </a:bodyPr>
          <a:lstStyle/>
          <a:p>
            <a:pPr algn="r"/>
            <a:r>
              <a:rPr lang="en-US" sz="1800" b="1" dirty="0" smtClean="0"/>
              <a:t>By</a:t>
            </a:r>
            <a:r>
              <a:rPr lang="en-US" sz="1800" dirty="0" smtClean="0"/>
              <a:t>: LIZA ETONDE TANTOH</a:t>
            </a:r>
          </a:p>
          <a:p>
            <a:pPr algn="r"/>
            <a:r>
              <a:rPr lang="en-US" sz="1800" dirty="0" smtClean="0"/>
              <a:t>TAH PEACE CHOU</a:t>
            </a:r>
          </a:p>
          <a:p>
            <a:pPr algn="r"/>
            <a:r>
              <a:rPr lang="en-US" sz="1800" dirty="0" smtClean="0"/>
              <a:t>NAFISATOU ISA</a:t>
            </a:r>
          </a:p>
          <a:p>
            <a:pPr algn="r"/>
            <a:r>
              <a:rPr lang="en-US" sz="1800" dirty="0" smtClean="0"/>
              <a:t>KENGNI LAURETA </a:t>
            </a:r>
          </a:p>
        </p:txBody>
      </p:sp>
    </p:spTree>
    <p:extLst>
      <p:ext uri="{BB962C8B-B14F-4D97-AF65-F5344CB8AC3E}">
        <p14:creationId xmlns:p14="http://schemas.microsoft.com/office/powerpoint/2010/main" val="245119002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b="1" dirty="0"/>
              <a:t>Project Name</a:t>
            </a:r>
            <a:r>
              <a:rPr lang="en-US" sz="2200" dirty="0"/>
              <a:t>: Med-Link</a:t>
            </a:r>
          </a:p>
          <a:p>
            <a:pPr marL="0" indent="0">
              <a:buNone/>
            </a:pPr>
            <a:r>
              <a:rPr lang="en-US" sz="2200" b="1" dirty="0"/>
              <a:t>Objective</a:t>
            </a:r>
            <a:r>
              <a:rPr lang="en-US" sz="2200" dirty="0"/>
              <a:t>: Med-Link is a medical solution that combines a discrete, customizable ID bracelet with a QR code linking to a secure user-managed medical profile. The goal is to provide critical medical info in emergencies while respecting user’s privacy.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631" y="1307148"/>
            <a:ext cx="3551647" cy="4152748"/>
          </a:xfrm>
        </p:spPr>
      </p:pic>
    </p:spTree>
    <p:extLst>
      <p:ext uri="{BB962C8B-B14F-4D97-AF65-F5344CB8AC3E}">
        <p14:creationId xmlns:p14="http://schemas.microsoft.com/office/powerpoint/2010/main" val="277971012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934415"/>
          </a:xfrm>
        </p:spPr>
        <p:txBody>
          <a:bodyPr/>
          <a:lstStyle/>
          <a:p>
            <a:pPr algn="ctr"/>
            <a:r>
              <a:rPr lang="en-US" b="1" dirty="0" smtClean="0">
                <a:latin typeface="Bodoni MT Condensed" panose="02070606080606020203" pitchFamily="18" charset="0"/>
              </a:rPr>
              <a:t>PROBLEM STATEMENT</a:t>
            </a:r>
            <a:endParaRPr lang="en-US" b="1" dirty="0">
              <a:latin typeface="Bodoni MT Condensed" panose="02070606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/>
              <a:t>    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371061" y="1696278"/>
            <a:ext cx="11449878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In an emergency, the first 60 minutes-often called the “</a:t>
            </a:r>
            <a:r>
              <a:rPr lang="en-US" sz="2400" b="1" dirty="0"/>
              <a:t>Golden Hour</a:t>
            </a:r>
            <a:r>
              <a:rPr lang="en-US" sz="2400" dirty="0"/>
              <a:t>”- are the most critical for survival and recovery. </a:t>
            </a:r>
          </a:p>
          <a:p>
            <a:pPr algn="ctr"/>
            <a:r>
              <a:rPr lang="en-US" sz="2400" dirty="0"/>
              <a:t>Every year, millions of people are treated by emergency responders who have to make split-second decisions without knowing their patient’s allergies, chronic conditions, or current </a:t>
            </a:r>
            <a:r>
              <a:rPr lang="en-US" sz="2400" dirty="0" smtClean="0"/>
              <a:t>medications.</a:t>
            </a:r>
          </a:p>
          <a:p>
            <a:pPr algn="ctr"/>
            <a:r>
              <a:rPr lang="en-US" sz="2400" dirty="0" smtClean="0"/>
              <a:t>This often caused by;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smtClean="0"/>
              <a:t>Limited access to medical info in emergencies</a:t>
            </a:r>
            <a:r>
              <a:rPr lang="en-US" sz="2400" dirty="0" smtClean="0"/>
              <a:t>: People often can’t communicate their medical history or allergies in emergency situation.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smtClean="0"/>
              <a:t>Delayed treatment due to lack of info</a:t>
            </a:r>
            <a:r>
              <a:rPr lang="en-US" sz="2400" dirty="0" smtClean="0"/>
              <a:t>: Emergency responders may not have critical medical info leading to delayed or incorrect treatment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smtClean="0"/>
              <a:t>Inadequate medical systems</a:t>
            </a:r>
            <a:r>
              <a:rPr lang="en-US" sz="2400" dirty="0" smtClean="0"/>
              <a:t>: Current medical ID systems are often in adequate, inaccessible or not updated.</a:t>
            </a:r>
            <a:endParaRPr lang="en-US" sz="2400" dirty="0"/>
          </a:p>
          <a:p>
            <a:endParaRPr lang="en-US" sz="2400" dirty="0"/>
          </a:p>
          <a:p>
            <a:r>
              <a:rPr lang="en-US" dirty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150931261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Bodoni MT Condensed" panose="02070606080606020203" pitchFamily="18" charset="0"/>
              </a:rPr>
              <a:t>SOLUTON OVERVIEW</a:t>
            </a:r>
            <a:endParaRPr lang="en-US" b="1" dirty="0">
              <a:latin typeface="Bodoni MT Condensed" panose="02070606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Med-Link solves this problems by: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Providing a secure, accessible medical profile.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Respecting user privacy with a QR code requiring scan access.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Allowing users to update info easily via the Web-App.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667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BUSINESS MODEL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B2c users manage profiles via the Med-Link Web-App, purchasing the physical ID bracelets.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Partnerships: Collaborate with healthcare providers, insurance companies, and employers for bulk orders or integrated services.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Subscription: Offer premium features or data management services for a recurring fee.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03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TARGET AUDIENCE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Health conscious individuals.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Families with vulnerable members (elderly, children with conditions.)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Healthcare providers seeking to improve emergency response.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Employers or insurances looking to support employee/ policy holder health.</a:t>
            </a:r>
          </a:p>
        </p:txBody>
      </p:sp>
    </p:spTree>
    <p:extLst>
      <p:ext uri="{BB962C8B-B14F-4D97-AF65-F5344CB8AC3E}">
        <p14:creationId xmlns:p14="http://schemas.microsoft.com/office/powerpoint/2010/main" val="26469322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644" y="2478158"/>
            <a:ext cx="108800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 smtClean="0">
                <a:latin typeface="Algerian" panose="04020705040A02060702" pitchFamily="82" charset="0"/>
              </a:rPr>
              <a:t>THANK YOU</a:t>
            </a:r>
            <a:endParaRPr lang="en-US" sz="8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789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903</TotalTime>
  <Words>276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Bodoni MT Condensed</vt:lpstr>
      <vt:lpstr>Century Gothic</vt:lpstr>
      <vt:lpstr>Garamond</vt:lpstr>
      <vt:lpstr>Wingdings</vt:lpstr>
      <vt:lpstr>Savon</vt:lpstr>
      <vt:lpstr>WELCOME TO   PRESENTATION</vt:lpstr>
      <vt:lpstr>INTRODUCTION</vt:lpstr>
      <vt:lpstr>PROBLEM STATEMENT</vt:lpstr>
      <vt:lpstr>SOLUTON OVERVIEW</vt:lpstr>
      <vt:lpstr>BUSINESS MODEL </vt:lpstr>
      <vt:lpstr>TARGET AUDIENCE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OUR PRESENTATION</dc:title>
  <dc:creator>Windows User</dc:creator>
  <cp:lastModifiedBy>Windows User</cp:lastModifiedBy>
  <cp:revision>27</cp:revision>
  <dcterms:created xsi:type="dcterms:W3CDTF">2026-03-05T09:43:19Z</dcterms:created>
  <dcterms:modified xsi:type="dcterms:W3CDTF">2026-03-27T03:28:31Z</dcterms:modified>
</cp:coreProperties>
</file>